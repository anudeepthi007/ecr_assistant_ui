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1F2937"/>
                </a:solidFill>
                <a:latin typeface="Calibri"/>
              </a:rPr>
              <a:t>ECR Intelligence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5B6472"/>
                </a:solidFill>
                <a:latin typeface="Calibri"/>
              </a:rPr>
              <a:t>An AI assistant for Engineering Change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383280"/>
            <a:ext cx="6400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9692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Enter an ECR number, and three AI agents gather everything linked to that change: requirements, past defects, code, comments and evidence.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They work out what the change affects and recommend only the regression tests that matter, each with the reason it was chosen.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The result is a clear answer and a report to share, in seconds instead of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Understand the change.  Predict the impact.  Test what matters.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01 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Checking a change request takes too long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Calibri"/>
              </a:rPr>
              <a:t>When an Engineering Change Request (ECR) arrives, an engineer or QA lead has to work out by hand what it affects and what to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What they do today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96896"/>
            <a:ext cx="329184" cy="329184"/>
          </a:xfrm>
          <a:prstGeom prst="ellipse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259689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96896"/>
            <a:ext cx="4846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Read the ECR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108960"/>
            <a:ext cx="329184" cy="329184"/>
          </a:xfrm>
          <a:prstGeom prst="ellipse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08960"/>
            <a:ext cx="4846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Hunt down the affected requirements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21024"/>
            <a:ext cx="329184" cy="329184"/>
          </a:xfrm>
          <a:prstGeom prst="ellipse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362102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4846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Search old defects: "have we broken this before?"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33088"/>
            <a:ext cx="329184" cy="329184"/>
          </a:xfrm>
          <a:prstGeom prst="ellipse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41330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33088"/>
            <a:ext cx="4846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Work out which modules are impacted</a:t>
            </a:r>
          </a:p>
        </p:txBody>
      </p:sp>
      <p:sp>
        <p:nvSpPr>
          <p:cNvPr id="19" name="Oval 18"/>
          <p:cNvSpPr/>
          <p:nvPr/>
        </p:nvSpPr>
        <p:spPr>
          <a:xfrm>
            <a:off x="6245352" y="2596896"/>
            <a:ext cx="329184" cy="329184"/>
          </a:xfrm>
          <a:prstGeom prst="ellipse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45352" y="259689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2596896"/>
            <a:ext cx="4846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Trace dependencies from memory</a:t>
            </a:r>
          </a:p>
        </p:txBody>
      </p:sp>
      <p:sp>
        <p:nvSpPr>
          <p:cNvPr id="22" name="Oval 21"/>
          <p:cNvSpPr/>
          <p:nvPr/>
        </p:nvSpPr>
        <p:spPr>
          <a:xfrm>
            <a:off x="6245352" y="3108960"/>
            <a:ext cx="329184" cy="329184"/>
          </a:xfrm>
          <a:prstGeom prst="ellipse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45352" y="310896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108960"/>
            <a:ext cx="4846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Read comments and evidence spread over several tools</a:t>
            </a:r>
          </a:p>
        </p:txBody>
      </p:sp>
      <p:sp>
        <p:nvSpPr>
          <p:cNvPr id="25" name="Oval 24"/>
          <p:cNvSpPr/>
          <p:nvPr/>
        </p:nvSpPr>
        <p:spPr>
          <a:xfrm>
            <a:off x="6245352" y="3621024"/>
            <a:ext cx="329184" cy="329184"/>
          </a:xfrm>
          <a:prstGeom prst="ellipse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45352" y="362102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3621024"/>
            <a:ext cx="4846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Guess how much regression testing is needed</a:t>
            </a:r>
          </a:p>
        </p:txBody>
      </p:sp>
      <p:sp>
        <p:nvSpPr>
          <p:cNvPr id="28" name="Oval 27"/>
          <p:cNvSpPr/>
          <p:nvPr/>
        </p:nvSpPr>
        <p:spPr>
          <a:xfrm>
            <a:off x="6245352" y="4133088"/>
            <a:ext cx="329184" cy="329184"/>
          </a:xfrm>
          <a:prstGeom prst="ellipse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45352" y="41330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133088"/>
            <a:ext cx="4846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Run a very large regression suite anyway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00600"/>
            <a:ext cx="11094415" cy="13258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48640" y="480060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8680" y="49834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The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25780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Calibri"/>
              </a:rPr>
              <a:t>Slow, based on memory, easy to get wrong and expensive - and the reasoning is rarely written down.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68756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Calibri"/>
              </a:rPr>
              <a:t>The question we set out to answer: given an ECR number, what does it affect, and which tests really need to run?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ECR Intelligence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02 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How the system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alibri"/>
              </a:rPr>
              <a:t>Three agents, five steps, three AI requests per analysis. The rules calculate every number; the AI only writes the explanation.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94415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38912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389888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Calibri"/>
              </a:rPr>
              <a:t>WEB APP  (React)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1389888"/>
            <a:ext cx="889985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Dashboard  Â·  ECR Analysis  Â·  Report   -  used by QA leads, engineers, release managers and V&amp;V leads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7" y="1828800"/>
            <a:ext cx="0" cy="12801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956816"/>
            <a:ext cx="11094415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1956816"/>
            <a:ext cx="1920240" cy="438912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1956816"/>
            <a:ext cx="1737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Calibri"/>
              </a:rPr>
              <a:t>API  (FastAPI)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1956816"/>
            <a:ext cx="889985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/api/ecr  Â·  /analyze  Â·  /analysis  Â·  /report  Â·  /chat  Â·  /health   -  live progress is streamed to the page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2395728"/>
            <a:ext cx="0" cy="12801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48640" y="2523744"/>
            <a:ext cx="5455767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2523744"/>
            <a:ext cx="1920240" cy="475488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Calibri"/>
              </a:rPr>
              <a:t>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523744"/>
            <a:ext cx="326120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Chat Â· Report Â· Test selection Â· Code analysis Â· Search (RAG) Â· Confidence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2523744"/>
            <a:ext cx="5455767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87287" y="2523744"/>
            <a:ext cx="1920240" cy="475488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24447" y="2523744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Calibri"/>
              </a:rPr>
              <a:t>ORCHESTRATOR  (LangGraph)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2119" y="2523744"/>
            <a:ext cx="3261207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Shared state Â· routing Â· run tracking Â· live events Â· approval gate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5847" y="2999232"/>
            <a:ext cx="0" cy="12801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8640" y="3127248"/>
            <a:ext cx="3454298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3127248"/>
            <a:ext cx="3454298" cy="3291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3127248"/>
            <a:ext cx="31799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  Â·  RETRIEVAL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520440"/>
            <a:ext cx="317997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Consolas"/>
              </a:rPr>
              <a:t>understand_ecr  â†’  gather_evidence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730752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Reads the ECR, plans the search, and gathers the requirements, past defects, code and comments.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151376"/>
            <a:ext cx="3179978" cy="201168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5800" y="4151376"/>
            <a:ext cx="317997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Calibri"/>
              </a:rPr>
              <a:t>AI request 1: plan the search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48658" y="3776472"/>
            <a:ext cx="274320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68698" y="3127248"/>
            <a:ext cx="3454298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368698" y="3127248"/>
            <a:ext cx="3454298" cy="3291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505858" y="3127248"/>
            <a:ext cx="31799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  Â·  CORRELATION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5858" y="3520440"/>
            <a:ext cx="317997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Consolas"/>
              </a:rPr>
              <a:t>assess_impact  â†’  select_tests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5858" y="3730752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Finds the affected components, picks and orders the tests, and checks the sources for conflicts and gaps.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05858" y="4151376"/>
            <a:ext cx="3179978" cy="201168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05858" y="4151376"/>
            <a:ext cx="317997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Calibri"/>
              </a:rPr>
              <a:t>AI request 2: review the findings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68716" y="3776472"/>
            <a:ext cx="274320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188756" y="3127248"/>
            <a:ext cx="3454298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188756" y="3127248"/>
            <a:ext cx="3454298" cy="3291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25916" y="3127248"/>
            <a:ext cx="31799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  Â·  SUMMARIZATION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5916" y="3520440"/>
            <a:ext cx="317997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Consolas"/>
              </a:rPr>
              <a:t>summarize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5916" y="3730752"/>
            <a:ext cx="317997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Writes the answer with its sources, the past-defect summary and the full report.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5916" y="4151376"/>
            <a:ext cx="3179978" cy="201168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25916" y="4151376"/>
            <a:ext cx="317997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Calibri"/>
              </a:rPr>
              <a:t>AI request 3: answer + defect summary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095847" y="4425696"/>
            <a:ext cx="0" cy="12801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621127" y="4553712"/>
            <a:ext cx="6949440" cy="365760"/>
          </a:xfrm>
          <a:prstGeom prst="rect">
            <a:avLst/>
          </a:prstGeom>
          <a:solidFill>
            <a:srgbClr val="FFF7E6"/>
          </a:solidFill>
          <a:ln w="9525">
            <a:solidFill>
              <a:srgbClr val="B46A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621127" y="4553712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46A00"/>
                </a:solidFill>
                <a:latin typeface="Calibri"/>
              </a:rPr>
              <a:t>Human approval (optional)</a:t>
            </a:r>
            <a:r>
              <a:rPr sz="1050" b="0">
                <a:solidFill>
                  <a:srgbClr val="1F2937"/>
                </a:solidFill>
                <a:latin typeface="Calibri"/>
              </a:rPr>
              <a:t>   -  only when "Require approval" is ticked; pauses before the summary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95847" y="4919472"/>
            <a:ext cx="0" cy="12801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48640" y="5047488"/>
            <a:ext cx="1109441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48640" y="5047488"/>
            <a:ext cx="1920240" cy="384048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85800" y="5047488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Calibri"/>
              </a:rPr>
              <a:t>DATA ACCESS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33472" y="5047488"/>
            <a:ext cx="88998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Calibri"/>
              </a:rPr>
              <a:t>ECR Â· Requirement Â· Test case Â· Defect Â· Comment Â· Evidence Â· Agent run Â· Impact report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95847" y="5431536"/>
            <a:ext cx="0" cy="12801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48640" y="5559552"/>
            <a:ext cx="3576218" cy="676656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85800" y="5632704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DATA  (CSV files)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852160"/>
            <a:ext cx="33018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45 ECRs Â· 64 requirements Â· 251 tests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2,510 test runs Â· 68 defects Â· 55 components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7738" y="5559552"/>
            <a:ext cx="3576218" cy="676656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4444898" y="5632704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SEARCH &amp; GRAPH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4898" y="5852160"/>
            <a:ext cx="33018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Search by meaning (65%) + keyword (35%)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NetworkX dependency graph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66836" y="5559552"/>
            <a:ext cx="3576218" cy="676656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203996" y="5632704"/>
            <a:ext cx="3301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AI PROVIDERS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03996" y="5852160"/>
            <a:ext cx="330189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OpenAI-compatible gateway Â· Anthropic Â· Azure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Offline mode - no key needed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ECR Intelligence 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03   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Before and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Calibri"/>
              </a:rPr>
              <a:t>Goal: cut the time and the guesswork between an ECR arriving and knowing exactly what to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2011680"/>
            <a:ext cx="4358487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971800" y="2011680"/>
            <a:ext cx="39927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5B6472"/>
                </a:solidFill>
                <a:latin typeface="Calibri"/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284567" y="2011680"/>
            <a:ext cx="4358487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67447" y="2011680"/>
            <a:ext cx="39927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21031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Finding related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441448"/>
            <a:ext cx="3992727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Search several tools by hand for requirements, past bugs and comments.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7447" y="2441448"/>
            <a:ext cx="3992727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Calibri"/>
              </a:rPr>
              <a:t>Everything linked to the ECR is gathered from one ECR number.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962656"/>
            <a:ext cx="11094415" cy="0"/>
          </a:xfrm>
          <a:prstGeom prst="line">
            <a:avLst/>
          </a:prstGeom>
          <a:ln w="9525">
            <a:solidFill>
              <a:srgbClr val="D9D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962656"/>
            <a:ext cx="21031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962656"/>
            <a:ext cx="3992727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Traced from memory, so knock-on effects get missed.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447" y="2962656"/>
            <a:ext cx="3992727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Calibri"/>
              </a:rPr>
              <a:t>Direct and knock-on components found through the dependency graph.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483863"/>
            <a:ext cx="11094415" cy="0"/>
          </a:xfrm>
          <a:prstGeom prst="line">
            <a:avLst/>
          </a:prstGeom>
          <a:ln w="9525">
            <a:solidFill>
              <a:srgbClr val="D9D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3483863"/>
            <a:ext cx="21031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Test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483863"/>
            <a:ext cx="3992727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Guessed - so the whole regression suite runs anyway.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7447" y="3483863"/>
            <a:ext cx="3992727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Calibri"/>
              </a:rPr>
              <a:t>A short, ordered list of tests, each with the reason it was chosen.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005072"/>
            <a:ext cx="11094415" cy="0"/>
          </a:xfrm>
          <a:prstGeom prst="line">
            <a:avLst/>
          </a:prstGeom>
          <a:ln w="9525">
            <a:solidFill>
              <a:srgbClr val="D9D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005072"/>
            <a:ext cx="21031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005072"/>
            <a:ext cx="3992727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Hours of reading before testing can start.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7447" y="4005072"/>
            <a:ext cx="3992727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Calibri"/>
              </a:rPr>
              <a:t>About 18 seconds for a typical analysis.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526280"/>
            <a:ext cx="11094415" cy="0"/>
          </a:xfrm>
          <a:prstGeom prst="line">
            <a:avLst/>
          </a:prstGeom>
          <a:ln w="9525">
            <a:solidFill>
              <a:srgbClr val="D9D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4526279"/>
            <a:ext cx="21031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4526279"/>
            <a:ext cx="3992727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6472"/>
                </a:solidFill>
                <a:latin typeface="Calibri"/>
              </a:rPr>
              <a:t>The reasoning is rarely written down.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7447" y="4526279"/>
            <a:ext cx="3992727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Calibri"/>
              </a:rPr>
              <a:t>A saved report to share: HTML, Markdown, JSON or PDF.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230368"/>
            <a:ext cx="3515258" cy="987552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321807"/>
            <a:ext cx="30580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Calibri"/>
              </a:rPr>
              <a:t>76%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797296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fewer tests recommended than the full suite, on average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38218" y="5230368"/>
            <a:ext cx="3515258" cy="987552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66818" y="5321807"/>
            <a:ext cx="30580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Calibri"/>
              </a:rPr>
              <a:t>32 of 130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6818" y="5797296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tests picked on average, instead of all of them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7796" y="5230368"/>
            <a:ext cx="3515258" cy="987552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56396" y="5321807"/>
            <a:ext cx="30580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Calibri"/>
              </a:rPr>
              <a:t>62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6396" y="5797296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analyses saved so far - the numbers above come from them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ECR Intelligence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04  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The screens, and what each part shows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Calibri"/>
              </a:rPr>
              <a:t>A left sidebar switches between three pages. Everything is plain text and tables - no charts to decode.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2004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960120" cy="42062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5B6472"/>
                </a:solidFill>
                <a:latin typeface="Calibri"/>
              </a:rPr>
              <a:t>SIDEBAR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95728"/>
            <a:ext cx="7680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Calibri"/>
              </a:rPr>
              <a:t>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" y="2724912"/>
            <a:ext cx="832104" cy="256032"/>
          </a:xfrm>
          <a:prstGeom prst="rect">
            <a:avLst/>
          </a:prstGeom>
          <a:solidFill>
            <a:srgbClr val="EE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6656" y="2724912"/>
            <a:ext cx="7680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ECR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054096"/>
            <a:ext cx="7680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Calibri"/>
              </a:rPr>
              <a:t>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12140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2937"/>
                </a:solidFill>
                <a:latin typeface="Calibri"/>
              </a:rPr>
              <a:t>ECR Analysis page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19" y="2395728"/>
            <a:ext cx="1965960" cy="256032"/>
          </a:xfrm>
          <a:prstGeom prst="rect">
            <a:avLst/>
          </a:prstGeom>
          <a:solidFill>
            <a:srgbClr val="EEF3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719072" y="2395728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2563EB"/>
                </a:solidFill>
                <a:latin typeface="Calibri"/>
              </a:rPr>
              <a:t>ECR ID  Â·  Require approval  Â·  Analyze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19" y="2711196"/>
            <a:ext cx="1965960" cy="256032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719072" y="2711196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Calibri"/>
              </a:rPr>
              <a:t>Agents running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19" y="3026664"/>
            <a:ext cx="1965960" cy="256032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719072" y="3026664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Calibri"/>
              </a:rPr>
              <a:t>Execution Trace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19" y="3342132"/>
            <a:ext cx="1965960" cy="256032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719072" y="3342132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Calibri"/>
              </a:rPr>
              <a:t>ECR Summary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19" y="3657600"/>
            <a:ext cx="1965960" cy="256032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19072" y="3657600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Calibri"/>
              </a:rPr>
              <a:t>ECR Details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19" y="3973068"/>
            <a:ext cx="1965960" cy="256032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719072" y="3973068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Calibri"/>
              </a:rPr>
              <a:t>Requirements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19" y="4288536"/>
            <a:ext cx="1965960" cy="256032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719072" y="4288536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Calibri"/>
              </a:rPr>
              <a:t>Recommended Test Cases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19" y="4604004"/>
            <a:ext cx="1965960" cy="256032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719072" y="4604004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Calibri"/>
              </a:rPr>
              <a:t>Impacted Components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19" y="4919472"/>
            <a:ext cx="1965960" cy="256032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719072" y="4919472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Calibri"/>
              </a:rPr>
              <a:t>Defect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19" y="5234940"/>
            <a:ext cx="1965960" cy="256032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719072" y="5234940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Calibri"/>
              </a:rPr>
              <a:t>Conflicts and Gaps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19" y="5550408"/>
            <a:ext cx="1965960" cy="256032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Calibri"/>
              </a:rPr>
              <a:t>Comments and Evidence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19" y="5865876"/>
            <a:ext cx="1965960" cy="256032"/>
          </a:xfrm>
          <a:prstGeom prst="rect">
            <a:avLst/>
          </a:prstGeom>
          <a:solidFill>
            <a:srgbClr val="F7F8FA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719072" y="5865876"/>
            <a:ext cx="18196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Calibri"/>
              </a:rPr>
              <a:t>Ask a Question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2011680"/>
            <a:ext cx="7528255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4114800" y="201168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297680" y="213969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241401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Calibri"/>
              </a:rPr>
              <a:t>Start page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59" y="2121408"/>
            <a:ext cx="58823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Calibri"/>
              </a:rPr>
              <a:t>Overview: </a:t>
            </a:r>
            <a:r>
              <a:rPr sz="1100" b="0">
                <a:solidFill>
                  <a:srgbClr val="1F2937"/>
                </a:solidFill>
                <a:latin typeface="Calibri"/>
              </a:rPr>
              <a:t>total and analysed ECRs, average test reduction, average analysis time, size of the test catalogue.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F2937"/>
                </a:solidFill>
                <a:latin typeface="Calibri"/>
              </a:rPr>
              <a:t>Recent Analyses</a:t>
            </a:r>
            <a:r>
              <a:rPr sz="1100" b="0">
                <a:solidFill>
                  <a:srgbClr val="1F2937"/>
                </a:solidFill>
                <a:latin typeface="Calibri"/>
              </a:rPr>
              <a:t> and </a:t>
            </a:r>
            <a:r>
              <a:rPr sz="1100" b="1">
                <a:solidFill>
                  <a:srgbClr val="1F2937"/>
                </a:solidFill>
                <a:latin typeface="Calibri"/>
              </a:rPr>
              <a:t>ECRs</a:t>
            </a:r>
            <a:r>
              <a:rPr sz="1100" b="0">
                <a:solidFill>
                  <a:srgbClr val="1F2937"/>
                </a:solidFill>
                <a:latin typeface="Calibri"/>
              </a:rPr>
              <a:t> tables - click a row to open that ECR.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3017520"/>
            <a:ext cx="752825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114800" y="3017520"/>
            <a:ext cx="54864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297680" y="314553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ECR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341985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Calibri"/>
              </a:rPr>
              <a:t>Where the work happens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59" y="3127248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Lookup bar</a:t>
            </a:r>
            <a:r>
              <a:rPr sz="1000" b="0">
                <a:solidFill>
                  <a:srgbClr val="5B6472"/>
                </a:solidFill>
                <a:latin typeface="Calibri"/>
              </a:rPr>
              <a:t> - type or pick an ECR ID, tick Require approval, press Analyze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59" y="3461004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Agents running</a:t>
            </a:r>
            <a:r>
              <a:rPr sz="1000" b="0">
                <a:solidFill>
                  <a:srgbClr val="5B6472"/>
                </a:solidFill>
                <a:latin typeface="Calibri"/>
              </a:rPr>
              <a:t> - live progress of the three agents; approve or reject here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59" y="3794760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Execution Trace</a:t>
            </a:r>
            <a:r>
              <a:rPr sz="1000" b="0">
                <a:solidFill>
                  <a:srgbClr val="5B6472"/>
                </a:solidFill>
                <a:latin typeface="Calibri"/>
              </a:rPr>
              <a:t> - what ran, in order, and how long it took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59" y="4128515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ECR Summary</a:t>
            </a:r>
            <a:r>
              <a:rPr sz="1000" b="0">
                <a:solidFill>
                  <a:srgbClr val="5B6472"/>
                </a:solidFill>
                <a:latin typeface="Calibri"/>
              </a:rPr>
              <a:t> - the plain-English answer about the change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3559" y="4462272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ECR Details</a:t>
            </a:r>
            <a:r>
              <a:rPr sz="1000" b="0">
                <a:solidFill>
                  <a:srgbClr val="5B6472"/>
                </a:solidFill>
                <a:latin typeface="Calibri"/>
              </a:rPr>
              <a:t> - every field of the ECR record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59" y="4796028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Requirements</a:t>
            </a:r>
            <a:r>
              <a:rPr sz="1000" b="0">
                <a:solidFill>
                  <a:srgbClr val="5B6472"/>
                </a:solidFill>
                <a:latin typeface="Calibri"/>
              </a:rPr>
              <a:t> - the linked requirements and why each is linked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56167" y="3127248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Recommended Test Cases</a:t>
            </a:r>
            <a:r>
              <a:rPr sz="1000" b="0">
                <a:solidFill>
                  <a:srgbClr val="5B6472"/>
                </a:solidFill>
                <a:latin typeface="Calibri"/>
              </a:rPr>
              <a:t> - the shortlist, with priority and reason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56167" y="3461004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Impacted Components</a:t>
            </a:r>
            <a:r>
              <a:rPr sz="1000" b="0">
                <a:solidFill>
                  <a:srgbClr val="5B6472"/>
                </a:solidFill>
                <a:latin typeface="Calibri"/>
              </a:rPr>
              <a:t> - changed directly or through dependencies, plus actions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6167" y="3794760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Defect Analysis</a:t>
            </a:r>
            <a:r>
              <a:rPr sz="1000" b="0">
                <a:solidFill>
                  <a:srgbClr val="5B6472"/>
                </a:solidFill>
                <a:latin typeface="Calibri"/>
              </a:rPr>
              <a:t> - past bugs that could come back, and what to check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56167" y="4128515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Conflicts and Gaps</a:t>
            </a:r>
            <a:r>
              <a:rPr sz="1000" b="0">
                <a:solidFill>
                  <a:srgbClr val="5B6472"/>
                </a:solidFill>
                <a:latin typeface="Calibri"/>
              </a:rPr>
              <a:t> - where sources disagree or something is missing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6167" y="4462272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Comments and Evidence</a:t>
            </a:r>
            <a:r>
              <a:rPr sz="1000" b="0">
                <a:solidFill>
                  <a:srgbClr val="5B6472"/>
                </a:solidFill>
                <a:latin typeface="Calibri"/>
              </a:rPr>
              <a:t> - team comments and attached proof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56167" y="4796028"/>
            <a:ext cx="28497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Calibri"/>
              </a:rPr>
              <a:t>Ask a Question</a:t>
            </a:r>
            <a:r>
              <a:rPr sz="1000" b="0">
                <a:solidFill>
                  <a:srgbClr val="5B6472"/>
                </a:solidFill>
                <a:latin typeface="Calibri"/>
              </a:rPr>
              <a:t> - follow-up questions about this ECR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0" y="5303520"/>
            <a:ext cx="75282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4114800" y="5303520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4297680" y="543153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Report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570585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472"/>
                </a:solidFill>
                <a:latin typeface="Calibri"/>
              </a:rPr>
              <a:t>Share the result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59" y="5413248"/>
            <a:ext cx="5882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Calibri"/>
              </a:rPr>
              <a:t>Header: </a:t>
            </a:r>
            <a:r>
              <a:rPr sz="1050" b="0">
                <a:solidFill>
                  <a:srgbClr val="1F2937"/>
                </a:solidFill>
                <a:latin typeface="Calibri"/>
              </a:rPr>
              <a:t>ECR title, time generated, and downloads as HTML, Markdown, JSON or PDF.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Calibri"/>
              </a:rPr>
              <a:t>Three headline numbers: </a:t>
            </a:r>
            <a:r>
              <a:rPr sz="1050" b="0">
                <a:solidFill>
                  <a:srgbClr val="1F2937"/>
                </a:solidFill>
                <a:latin typeface="Calibri"/>
              </a:rPr>
              <a:t>confidence, recommended tests (with % reduction), linked items.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F2937"/>
                </a:solidFill>
                <a:latin typeface="Calibri"/>
              </a:rPr>
              <a:t>Sections: </a:t>
            </a:r>
            <a:r>
              <a:rPr sz="1050" b="0">
                <a:solidFill>
                  <a:srgbClr val="1F2937"/>
                </a:solidFill>
                <a:latin typeface="Calibri"/>
              </a:rPr>
              <a:t>Executive Summary, Steps to Reproduce, requirements, defects, tests, Recommended Actions and more.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ECR Intelligence Agent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05 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In short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50292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484778" cy="21488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484778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965960"/>
            <a:ext cx="29361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Calibri"/>
              </a:rPr>
              <a:t>One ECR number in, one clear answer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29361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Calibri"/>
              </a:rPr>
              <a:t>Requirements, past defects, code, dependencies, comments and evidence are pulled together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691640"/>
            <a:ext cx="3484778" cy="21488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53458" y="1691640"/>
            <a:ext cx="3484778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1965960"/>
            <a:ext cx="29361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Calibri"/>
              </a:rPr>
              <a:t>Fewer tests, each with a reason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651760"/>
            <a:ext cx="29361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Calibri"/>
              </a:rPr>
              <a:t>On average 76% fewer regression tests are recommended, and every choice says why it was made.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91640"/>
            <a:ext cx="3484778" cy="21488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58276" y="1691640"/>
            <a:ext cx="3484778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32596" y="1965960"/>
            <a:ext cx="29361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Calibri"/>
              </a:rPr>
              <a:t>Built to be trusted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596" y="2651760"/>
            <a:ext cx="29361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Calibri"/>
              </a:rPr>
              <a:t>Rules calculate the numbers and the AI only explains them. It still works offline, and a person can approve the result before it is published.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What comes next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66344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4553712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Connect to the real tools: Azure DevOps, Jira, TestRail, Confluence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502920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4919472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Learn from team feedback to improve the test selection over time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539496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68680" y="5285232"/>
            <a:ext cx="10728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Add Java and C# code analysis alongside 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Calibri"/>
              </a:rPr>
              <a:t>Understand the change.  Predict the impact.  Test what matters.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ECR Intelligence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4255" y="64190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